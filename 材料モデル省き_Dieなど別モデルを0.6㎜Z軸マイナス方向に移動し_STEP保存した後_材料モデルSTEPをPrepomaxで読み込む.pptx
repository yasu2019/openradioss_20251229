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45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22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1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42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63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2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7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45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7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9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48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1D83A-D5C6-450D-AA81-679F734800BA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11407-60F1-4FC4-9C12-6A85ACF211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02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5934" y="-1043612"/>
            <a:ext cx="18223868" cy="89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6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69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4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53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37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78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13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02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28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69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96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67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95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9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6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4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51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47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72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21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ワイド画面</PresentationFormat>
  <Paragraphs>0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mhn15</dc:creator>
  <cp:lastModifiedBy>mhn15</cp:lastModifiedBy>
  <cp:revision>1</cp:revision>
  <dcterms:created xsi:type="dcterms:W3CDTF">2026-01-02T10:09:37Z</dcterms:created>
  <dcterms:modified xsi:type="dcterms:W3CDTF">2026-01-02T10:12:57Z</dcterms:modified>
</cp:coreProperties>
</file>